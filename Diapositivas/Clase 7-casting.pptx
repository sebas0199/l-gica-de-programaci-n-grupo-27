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40"/>
  </p:notesMasterIdLst>
  <p:sldIdLst>
    <p:sldId id="259" r:id="rId6"/>
    <p:sldId id="257" r:id="rId7"/>
    <p:sldId id="258" r:id="rId8"/>
    <p:sldId id="462" r:id="rId9"/>
    <p:sldId id="463" r:id="rId10"/>
    <p:sldId id="464" r:id="rId11"/>
    <p:sldId id="465" r:id="rId12"/>
    <p:sldId id="466" r:id="rId13"/>
    <p:sldId id="467" r:id="rId14"/>
    <p:sldId id="475" r:id="rId15"/>
    <p:sldId id="264" r:id="rId16"/>
    <p:sldId id="468" r:id="rId17"/>
    <p:sldId id="469" r:id="rId18"/>
    <p:sldId id="470" r:id="rId19"/>
    <p:sldId id="452" r:id="rId20"/>
    <p:sldId id="260" r:id="rId21"/>
    <p:sldId id="261" r:id="rId22"/>
    <p:sldId id="262" r:id="rId23"/>
    <p:sldId id="263" r:id="rId24"/>
    <p:sldId id="268" r:id="rId25"/>
    <p:sldId id="256" r:id="rId26"/>
    <p:sldId id="453" r:id="rId27"/>
    <p:sldId id="454" r:id="rId28"/>
    <p:sldId id="455" r:id="rId29"/>
    <p:sldId id="456" r:id="rId30"/>
    <p:sldId id="457" r:id="rId31"/>
    <p:sldId id="458" r:id="rId32"/>
    <p:sldId id="459" r:id="rId33"/>
    <p:sldId id="460" r:id="rId34"/>
    <p:sldId id="461" r:id="rId35"/>
    <p:sldId id="471" r:id="rId36"/>
    <p:sldId id="472" r:id="rId37"/>
    <p:sldId id="473" r:id="rId38"/>
    <p:sldId id="474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F96931-0D7C-882D-3CFC-F30D610BE312}" v="156" dt="2025-08-20T02:20:28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4249" autoAdjust="0"/>
  </p:normalViewPr>
  <p:slideViewPr>
    <p:cSldViewPr snapToGrid="0">
      <p:cViewPr varScale="1">
        <p:scale>
          <a:sx n="135" d="100"/>
          <a:sy n="135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@itm.edu.co::cc1249ff-5059-433a-9743-876e0c6e746b" providerId="AD" clId="Web-{D2F96931-0D7C-882D-3CFC-F30D610BE312}"/>
    <pc:docChg chg="addSld delSld modSld">
      <pc:chgData name="Sebastian Montoya Villada" userId="S::sebastianmontoya@itm.edu.co::cc1249ff-5059-433a-9743-876e0c6e746b" providerId="AD" clId="Web-{D2F96931-0D7C-882D-3CFC-F30D610BE312}" dt="2025-08-20T02:20:28.919" v="143" actId="1076"/>
      <pc:docMkLst>
        <pc:docMk/>
      </pc:docMkLst>
      <pc:sldChg chg="modSp">
        <pc:chgData name="Sebastian Montoya Villada" userId="S::sebastianmontoya@itm.edu.co::cc1249ff-5059-433a-9743-876e0c6e746b" providerId="AD" clId="Web-{D2F96931-0D7C-882D-3CFC-F30D610BE312}" dt="2025-08-20T00:57:09.563" v="0" actId="20577"/>
        <pc:sldMkLst>
          <pc:docMk/>
          <pc:sldMk cId="4134757752" sldId="359"/>
        </pc:sldMkLst>
        <pc:spChg chg="mod">
          <ac:chgData name="Sebastian Montoya Villada" userId="S::sebastianmontoya@itm.edu.co::cc1249ff-5059-433a-9743-876e0c6e746b" providerId="AD" clId="Web-{D2F96931-0D7C-882D-3CFC-F30D610BE312}" dt="2025-08-20T00:57:09.563" v="0" actId="20577"/>
          <ac:spMkLst>
            <pc:docMk/>
            <pc:sldMk cId="4134757752" sldId="359"/>
            <ac:spMk id="13" creationId="{1941461A-9F52-B608-49EA-55D4E89FB01E}"/>
          </ac:spMkLst>
        </pc:spChg>
      </pc:sldChg>
      <pc:sldChg chg="modSp">
        <pc:chgData name="Sebastian Montoya Villada" userId="S::sebastianmontoya@itm.edu.co::cc1249ff-5059-433a-9743-876e0c6e746b" providerId="AD" clId="Web-{D2F96931-0D7C-882D-3CFC-F30D610BE312}" dt="2025-08-20T01:15:46.758" v="56" actId="1076"/>
        <pc:sldMkLst>
          <pc:docMk/>
          <pc:sldMk cId="1098897436" sldId="426"/>
        </pc:sldMkLst>
        <pc:picChg chg="mod modCrop">
          <ac:chgData name="Sebastian Montoya Villada" userId="S::sebastianmontoya@itm.edu.co::cc1249ff-5059-433a-9743-876e0c6e746b" providerId="AD" clId="Web-{D2F96931-0D7C-882D-3CFC-F30D610BE312}" dt="2025-08-20T01:15:46.758" v="56" actId="1076"/>
          <ac:picMkLst>
            <pc:docMk/>
            <pc:sldMk cId="1098897436" sldId="426"/>
            <ac:picMk id="15" creationId="{A2727A3D-1861-18A2-D3E5-50453EC1E1CB}"/>
          </ac:picMkLst>
        </pc:picChg>
      </pc:sldChg>
      <pc:sldChg chg="modSp">
        <pc:chgData name="Sebastian Montoya Villada" userId="S::sebastianmontoya@itm.edu.co::cc1249ff-5059-433a-9743-876e0c6e746b" providerId="AD" clId="Web-{D2F96931-0D7C-882D-3CFC-F30D610BE312}" dt="2025-08-20T00:58:16.940" v="1" actId="1076"/>
        <pc:sldMkLst>
          <pc:docMk/>
          <pc:sldMk cId="4162592229" sldId="441"/>
        </pc:sldMkLst>
        <pc:picChg chg="mod">
          <ac:chgData name="Sebastian Montoya Villada" userId="S::sebastianmontoya@itm.edu.co::cc1249ff-5059-433a-9743-876e0c6e746b" providerId="AD" clId="Web-{D2F96931-0D7C-882D-3CFC-F30D610BE312}" dt="2025-08-20T00:58:16.940" v="1" actId="1076"/>
          <ac:picMkLst>
            <pc:docMk/>
            <pc:sldMk cId="4162592229" sldId="441"/>
            <ac:picMk id="14" creationId="{AAB6ACB3-0737-739A-D2EF-9EC470B308EB}"/>
          </ac:picMkLst>
        </pc:picChg>
      </pc:sldChg>
      <pc:sldChg chg="addSp delSp modSp">
        <pc:chgData name="Sebastian Montoya Villada" userId="S::sebastianmontoya@itm.edu.co::cc1249ff-5059-433a-9743-876e0c6e746b" providerId="AD" clId="Web-{D2F96931-0D7C-882D-3CFC-F30D610BE312}" dt="2025-08-20T01:15:53.618" v="57" actId="1076"/>
        <pc:sldMkLst>
          <pc:docMk/>
          <pc:sldMk cId="1722189044" sldId="443"/>
        </pc:sldMkLst>
        <pc:picChg chg="add mod modCrop">
          <ac:chgData name="Sebastian Montoya Villada" userId="S::sebastianmontoya@itm.edu.co::cc1249ff-5059-433a-9743-876e0c6e746b" providerId="AD" clId="Web-{D2F96931-0D7C-882D-3CFC-F30D610BE312}" dt="2025-08-20T01:12:20.173" v="39" actId="1076"/>
          <ac:picMkLst>
            <pc:docMk/>
            <pc:sldMk cId="1722189044" sldId="443"/>
            <ac:picMk id="2" creationId="{87CDA45E-F3B6-C2FC-FA08-C0C14456C800}"/>
          </ac:picMkLst>
        </pc:picChg>
        <pc:picChg chg="mod">
          <ac:chgData name="Sebastian Montoya Villada" userId="S::sebastianmontoya@itm.edu.co::cc1249ff-5059-433a-9743-876e0c6e746b" providerId="AD" clId="Web-{D2F96931-0D7C-882D-3CFC-F30D610BE312}" dt="2025-08-20T01:15:53.618" v="57" actId="1076"/>
          <ac:picMkLst>
            <pc:docMk/>
            <pc:sldMk cId="1722189044" sldId="443"/>
            <ac:picMk id="14" creationId="{A8B8908B-7953-D05D-4A80-67381CBC8787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1:11:56.532" v="26"/>
          <ac:picMkLst>
            <pc:docMk/>
            <pc:sldMk cId="1722189044" sldId="443"/>
            <ac:picMk id="16" creationId="{D47C8DA7-09A4-8E30-0D41-538BFA3347E0}"/>
          </ac:picMkLst>
        </pc:picChg>
      </pc:sldChg>
      <pc:sldChg chg="addSp delSp modSp">
        <pc:chgData name="Sebastian Montoya Villada" userId="S::sebastianmontoya@itm.edu.co::cc1249ff-5059-433a-9743-876e0c6e746b" providerId="AD" clId="Web-{D2F96931-0D7C-882D-3CFC-F30D610BE312}" dt="2025-08-20T02:06:28.061" v="127" actId="1076"/>
        <pc:sldMkLst>
          <pc:docMk/>
          <pc:sldMk cId="2063389786" sldId="445"/>
        </pc:sldMkLst>
        <pc:picChg chg="add mod ord">
          <ac:chgData name="Sebastian Montoya Villada" userId="S::sebastianmontoya@itm.edu.co::cc1249ff-5059-433a-9743-876e0c6e746b" providerId="AD" clId="Web-{D2F96931-0D7C-882D-3CFC-F30D610BE312}" dt="2025-08-20T02:06:24.327" v="126" actId="1076"/>
          <ac:picMkLst>
            <pc:docMk/>
            <pc:sldMk cId="2063389786" sldId="445"/>
            <ac:picMk id="2" creationId="{A06D66F1-F0B2-51C6-42ED-68B817550388}"/>
          </ac:picMkLst>
        </pc:picChg>
        <pc:picChg chg="add mod">
          <ac:chgData name="Sebastian Montoya Villada" userId="S::sebastianmontoya@itm.edu.co::cc1249ff-5059-433a-9743-876e0c6e746b" providerId="AD" clId="Web-{D2F96931-0D7C-882D-3CFC-F30D610BE312}" dt="2025-08-20T01:22:45.508" v="76" actId="1076"/>
          <ac:picMkLst>
            <pc:docMk/>
            <pc:sldMk cId="2063389786" sldId="445"/>
            <ac:picMk id="13" creationId="{182A911A-4160-CC94-DEF9-4A65D773F7FF}"/>
          </ac:picMkLst>
        </pc:picChg>
        <pc:picChg chg="mod modCrop">
          <ac:chgData name="Sebastian Montoya Villada" userId="S::sebastianmontoya@itm.edu.co::cc1249ff-5059-433a-9743-876e0c6e746b" providerId="AD" clId="Web-{D2F96931-0D7C-882D-3CFC-F30D610BE312}" dt="2025-08-20T02:06:22.624" v="125" actId="14100"/>
          <ac:picMkLst>
            <pc:docMk/>
            <pc:sldMk cId="2063389786" sldId="445"/>
            <ac:picMk id="14" creationId="{5144116D-B707-5BFC-1B17-F31FB7760A82}"/>
          </ac:picMkLst>
        </pc:picChg>
        <pc:picChg chg="add mod">
          <ac:chgData name="Sebastian Montoya Villada" userId="S::sebastianmontoya@itm.edu.co::cc1249ff-5059-433a-9743-876e0c6e746b" providerId="AD" clId="Web-{D2F96931-0D7C-882D-3CFC-F30D610BE312}" dt="2025-08-20T02:06:28.061" v="127" actId="1076"/>
          <ac:picMkLst>
            <pc:docMk/>
            <pc:sldMk cId="2063389786" sldId="445"/>
            <ac:picMk id="15" creationId="{B4DF64E5-239F-9F53-E017-C54A35AA5BBF}"/>
          </ac:picMkLst>
        </pc:picChg>
        <pc:picChg chg="mod modCrop">
          <ac:chgData name="Sebastian Montoya Villada" userId="S::sebastianmontoya@itm.edu.co::cc1249ff-5059-433a-9743-876e0c6e746b" providerId="AD" clId="Web-{D2F96931-0D7C-882D-3CFC-F30D610BE312}" dt="2025-08-20T01:22:51.039" v="78" actId="1076"/>
          <ac:picMkLst>
            <pc:docMk/>
            <pc:sldMk cId="2063389786" sldId="445"/>
            <ac:picMk id="16" creationId="{7CE448AA-DCA5-6357-703B-C9F5F020D38A}"/>
          </ac:picMkLst>
        </pc:picChg>
        <pc:picChg chg="add del mod">
          <ac:chgData name="Sebastian Montoya Villada" userId="S::sebastianmontoya@itm.edu.co::cc1249ff-5059-433a-9743-876e0c6e746b" providerId="AD" clId="Web-{D2F96931-0D7C-882D-3CFC-F30D610BE312}" dt="2025-08-20T01:25:48.592" v="114"/>
          <ac:picMkLst>
            <pc:docMk/>
            <pc:sldMk cId="2063389786" sldId="445"/>
            <ac:picMk id="17" creationId="{786647B6-610D-6198-D78E-82BB490C7BCD}"/>
          </ac:picMkLst>
        </pc:picChg>
        <pc:picChg chg="add del mod modCrop">
          <ac:chgData name="Sebastian Montoya Villada" userId="S::sebastianmontoya@itm.edu.co::cc1249ff-5059-433a-9743-876e0c6e746b" providerId="AD" clId="Web-{D2F96931-0D7C-882D-3CFC-F30D610BE312}" dt="2025-08-20T01:26:03.171" v="116"/>
          <ac:picMkLst>
            <pc:docMk/>
            <pc:sldMk cId="2063389786" sldId="445"/>
            <ac:picMk id="18" creationId="{569484AD-2D45-EC52-DEFB-6DC5DBE83B60}"/>
          </ac:picMkLst>
        </pc:picChg>
      </pc:sldChg>
      <pc:sldChg chg="addSp modSp del">
        <pc:chgData name="Sebastian Montoya Villada" userId="S::sebastianmontoya@itm.edu.co::cc1249ff-5059-433a-9743-876e0c6e746b" providerId="AD" clId="Web-{D2F96931-0D7C-882D-3CFC-F30D610BE312}" dt="2025-08-20T01:13:27.800" v="40"/>
        <pc:sldMkLst>
          <pc:docMk/>
          <pc:sldMk cId="3875845949" sldId="446"/>
        </pc:sldMkLst>
        <pc:picChg chg="add mod">
          <ac:chgData name="Sebastian Montoya Villada" userId="S::sebastianmontoya@itm.edu.co::cc1249ff-5059-433a-9743-876e0c6e746b" providerId="AD" clId="Web-{D2F96931-0D7C-882D-3CFC-F30D610BE312}" dt="2025-08-20T01:10:59.170" v="18" actId="14100"/>
          <ac:picMkLst>
            <pc:docMk/>
            <pc:sldMk cId="3875845949" sldId="446"/>
            <ac:picMk id="2" creationId="{4D0E5487-5523-3EB6-C7E4-D463CA938B59}"/>
          </ac:picMkLst>
        </pc:picChg>
        <pc:picChg chg="mod modCrop">
          <ac:chgData name="Sebastian Montoya Villada" userId="S::sebastianmontoya@itm.edu.co::cc1249ff-5059-433a-9743-876e0c6e746b" providerId="AD" clId="Web-{D2F96931-0D7C-882D-3CFC-F30D610BE312}" dt="2025-08-20T01:11:38.687" v="21" actId="14100"/>
          <ac:picMkLst>
            <pc:docMk/>
            <pc:sldMk cId="3875845949" sldId="446"/>
            <ac:picMk id="13" creationId="{B83ADBE7-5CB8-E459-C0E1-686745BE53E9}"/>
          </ac:picMkLst>
        </pc:picChg>
        <pc:picChg chg="mod modCrop">
          <ac:chgData name="Sebastian Montoya Villada" userId="S::sebastianmontoya@itm.edu.co::cc1249ff-5059-433a-9743-876e0c6e746b" providerId="AD" clId="Web-{D2F96931-0D7C-882D-3CFC-F30D610BE312}" dt="2025-08-20T01:11:05.389" v="19" actId="14100"/>
          <ac:picMkLst>
            <pc:docMk/>
            <pc:sldMk cId="3875845949" sldId="446"/>
            <ac:picMk id="17" creationId="{79F59679-0B6C-980B-32CD-0500F04FDA0F}"/>
          </ac:picMkLst>
        </pc:picChg>
      </pc:sldChg>
      <pc:sldChg chg="addSp delSp modSp">
        <pc:chgData name="Sebastian Montoya Villada" userId="S::sebastianmontoya@itm.edu.co::cc1249ff-5059-433a-9743-876e0c6e746b" providerId="AD" clId="Web-{D2F96931-0D7C-882D-3CFC-F30D610BE312}" dt="2025-08-20T01:14:04.692" v="52" actId="20577"/>
        <pc:sldMkLst>
          <pc:docMk/>
          <pc:sldMk cId="2030023703" sldId="447"/>
        </pc:sldMkLst>
        <pc:spChg chg="add mod">
          <ac:chgData name="Sebastian Montoya Villada" userId="S::sebastianmontoya@itm.edu.co::cc1249ff-5059-433a-9743-876e0c6e746b" providerId="AD" clId="Web-{D2F96931-0D7C-882D-3CFC-F30D610BE312}" dt="2025-08-20T01:14:04.692" v="52" actId="20577"/>
          <ac:spMkLst>
            <pc:docMk/>
            <pc:sldMk cId="2030023703" sldId="447"/>
            <ac:spMk id="2" creationId="{A374F829-F99D-CAF4-DD7B-3D31ADD4E4BF}"/>
          </ac:spMkLst>
        </pc:spChg>
        <pc:picChg chg="del">
          <ac:chgData name="Sebastian Montoya Villada" userId="S::sebastianmontoya@itm.edu.co::cc1249ff-5059-433a-9743-876e0c6e746b" providerId="AD" clId="Web-{D2F96931-0D7C-882D-3CFC-F30D610BE312}" dt="2025-08-20T01:13:47.911" v="42"/>
          <ac:picMkLst>
            <pc:docMk/>
            <pc:sldMk cId="2030023703" sldId="447"/>
            <ac:picMk id="13" creationId="{E3791261-BFB8-E54C-EC2E-09C4A1E6D545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1:13:49.411" v="43"/>
          <ac:picMkLst>
            <pc:docMk/>
            <pc:sldMk cId="2030023703" sldId="447"/>
            <ac:picMk id="17" creationId="{2D04B22A-6304-E1A7-10EB-B9669D92BD69}"/>
          </ac:picMkLst>
        </pc:picChg>
      </pc:sldChg>
      <pc:sldChg chg="addSp delSp modSp">
        <pc:chgData name="Sebastian Montoya Villada" userId="S::sebastianmontoya@itm.edu.co::cc1249ff-5059-433a-9743-876e0c6e746b" providerId="AD" clId="Web-{D2F96931-0D7C-882D-3CFC-F30D610BE312}" dt="2025-08-20T01:22:02.912" v="64"/>
        <pc:sldMkLst>
          <pc:docMk/>
          <pc:sldMk cId="1998753708" sldId="448"/>
        </pc:sldMkLst>
        <pc:picChg chg="add del mod">
          <ac:chgData name="Sebastian Montoya Villada" userId="S::sebastianmontoya@itm.edu.co::cc1249ff-5059-433a-9743-876e0c6e746b" providerId="AD" clId="Web-{D2F96931-0D7C-882D-3CFC-F30D610BE312}" dt="2025-08-20T01:22:02.912" v="64"/>
          <ac:picMkLst>
            <pc:docMk/>
            <pc:sldMk cId="1998753708" sldId="448"/>
            <ac:picMk id="2" creationId="{5E5BEB74-122D-3DA3-C8EC-BADD524C5AF7}"/>
          </ac:picMkLst>
        </pc:picChg>
        <pc:picChg chg="mod">
          <ac:chgData name="Sebastian Montoya Villada" userId="S::sebastianmontoya@itm.edu.co::cc1249ff-5059-433a-9743-876e0c6e746b" providerId="AD" clId="Web-{D2F96931-0D7C-882D-3CFC-F30D610BE312}" dt="2025-08-20T01:01:53.042" v="5" actId="1076"/>
          <ac:picMkLst>
            <pc:docMk/>
            <pc:sldMk cId="1998753708" sldId="448"/>
            <ac:picMk id="14" creationId="{C589600C-9507-DE88-DB5B-6BDEE0699B8B}"/>
          </ac:picMkLst>
        </pc:picChg>
        <pc:picChg chg="mod">
          <ac:chgData name="Sebastian Montoya Villada" userId="S::sebastianmontoya@itm.edu.co::cc1249ff-5059-433a-9743-876e0c6e746b" providerId="AD" clId="Web-{D2F96931-0D7C-882D-3CFC-F30D610BE312}" dt="2025-08-20T01:22:01.272" v="63" actId="1076"/>
          <ac:picMkLst>
            <pc:docMk/>
            <pc:sldMk cId="1998753708" sldId="448"/>
            <ac:picMk id="16" creationId="{0EFA0E1D-D9C5-7F1D-F5C5-B1E375020503}"/>
          </ac:picMkLst>
        </pc:picChg>
        <pc:picChg chg="del mod">
          <ac:chgData name="Sebastian Montoya Villada" userId="S::sebastianmontoya@itm.edu.co::cc1249ff-5059-433a-9743-876e0c6e746b" providerId="AD" clId="Web-{D2F96931-0D7C-882D-3CFC-F30D610BE312}" dt="2025-08-20T01:21:49.631" v="59"/>
          <ac:picMkLst>
            <pc:docMk/>
            <pc:sldMk cId="1998753708" sldId="448"/>
            <ac:picMk id="19" creationId="{0803EE2F-80BC-91E7-6782-901A3D3275AF}"/>
          </ac:picMkLst>
        </pc:picChg>
      </pc:sldChg>
      <pc:sldChg chg="modSp add replId">
        <pc:chgData name="Sebastian Montoya Villada" userId="S::sebastianmontoya@itm.edu.co::cc1249ff-5059-433a-9743-876e0c6e746b" providerId="AD" clId="Web-{D2F96931-0D7C-882D-3CFC-F30D610BE312}" dt="2025-08-20T02:07:06.828" v="135" actId="14100"/>
        <pc:sldMkLst>
          <pc:docMk/>
          <pc:sldMk cId="579979985" sldId="449"/>
        </pc:sldMkLst>
        <pc:picChg chg="mod modCrop">
          <ac:chgData name="Sebastian Montoya Villada" userId="S::sebastianmontoya@itm.edu.co::cc1249ff-5059-433a-9743-876e0c6e746b" providerId="AD" clId="Web-{D2F96931-0D7C-882D-3CFC-F30D610BE312}" dt="2025-08-20T02:07:01.219" v="133"/>
          <ac:picMkLst>
            <pc:docMk/>
            <pc:sldMk cId="579979985" sldId="449"/>
            <ac:picMk id="13" creationId="{5744BCB7-DD30-08DA-FD4E-2705976DB87D}"/>
          </ac:picMkLst>
        </pc:picChg>
        <pc:picChg chg="mod">
          <ac:chgData name="Sebastian Montoya Villada" userId="S::sebastianmontoya@itm.edu.co::cc1249ff-5059-433a-9743-876e0c6e746b" providerId="AD" clId="Web-{D2F96931-0D7C-882D-3CFC-F30D610BE312}" dt="2025-08-20T02:07:06.828" v="135" actId="14100"/>
          <ac:picMkLst>
            <pc:docMk/>
            <pc:sldMk cId="579979985" sldId="449"/>
            <ac:picMk id="17" creationId="{D419A0F6-195C-1C25-8047-A7EBCC742C46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D2F96931-0D7C-882D-3CFC-F30D610BE312}" dt="2025-08-20T02:06:09.295" v="122" actId="1076"/>
        <pc:sldMkLst>
          <pc:docMk/>
          <pc:sldMk cId="680668855" sldId="450"/>
        </pc:sldMkLst>
        <pc:picChg chg="del">
          <ac:chgData name="Sebastian Montoya Villada" userId="S::sebastianmontoya@itm.edu.co::cc1249ff-5059-433a-9743-876e0c6e746b" providerId="AD" clId="Web-{D2F96931-0D7C-882D-3CFC-F30D610BE312}" dt="2025-08-20T02:06:04.592" v="119"/>
          <ac:picMkLst>
            <pc:docMk/>
            <pc:sldMk cId="680668855" sldId="450"/>
            <ac:picMk id="2" creationId="{52629C3E-9C3E-BDCD-113A-7DA89945DCA0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2:06:05.233" v="120"/>
          <ac:picMkLst>
            <pc:docMk/>
            <pc:sldMk cId="680668855" sldId="450"/>
            <ac:picMk id="14" creationId="{3D01B595-AD91-FBF5-2E0B-0D8427070E73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2:06:04.092" v="118"/>
          <ac:picMkLst>
            <pc:docMk/>
            <pc:sldMk cId="680668855" sldId="450"/>
            <ac:picMk id="16" creationId="{069214B9-85C4-6431-05AB-21463677A86B}"/>
          </ac:picMkLst>
        </pc:picChg>
        <pc:picChg chg="add mod">
          <ac:chgData name="Sebastian Montoya Villada" userId="S::sebastianmontoya@itm.edu.co::cc1249ff-5059-433a-9743-876e0c6e746b" providerId="AD" clId="Web-{D2F96931-0D7C-882D-3CFC-F30D610BE312}" dt="2025-08-20T02:06:09.295" v="122" actId="1076"/>
          <ac:picMkLst>
            <pc:docMk/>
            <pc:sldMk cId="680668855" sldId="450"/>
            <ac:picMk id="17" creationId="{91CB310E-7065-66D2-DD8F-451B819F2FA6}"/>
          </ac:picMkLst>
        </pc:picChg>
      </pc:sldChg>
      <pc:sldChg chg="new del">
        <pc:chgData name="Sebastian Montoya Villada" userId="S::sebastianmontoya@itm.edu.co::cc1249ff-5059-433a-9743-876e0c6e746b" providerId="AD" clId="Web-{D2F96931-0D7C-882D-3CFC-F30D610BE312}" dt="2025-08-20T02:18:26.946" v="137"/>
        <pc:sldMkLst>
          <pc:docMk/>
          <pc:sldMk cId="187787874" sldId="451"/>
        </pc:sldMkLst>
      </pc:sldChg>
      <pc:sldChg chg="addSp delSp modSp add replId">
        <pc:chgData name="Sebastian Montoya Villada" userId="S::sebastianmontoya@itm.edu.co::cc1249ff-5059-433a-9743-876e0c6e746b" providerId="AD" clId="Web-{D2F96931-0D7C-882D-3CFC-F30D610BE312}" dt="2025-08-20T02:20:28.919" v="143" actId="1076"/>
        <pc:sldMkLst>
          <pc:docMk/>
          <pc:sldMk cId="3971740351" sldId="451"/>
        </pc:sldMkLst>
        <pc:picChg chg="add mod">
          <ac:chgData name="Sebastian Montoya Villada" userId="S::sebastianmontoya@itm.edu.co::cc1249ff-5059-433a-9743-876e0c6e746b" providerId="AD" clId="Web-{D2F96931-0D7C-882D-3CFC-F30D610BE312}" dt="2025-08-20T02:20:28.919" v="143" actId="1076"/>
          <ac:picMkLst>
            <pc:docMk/>
            <pc:sldMk cId="3971740351" sldId="451"/>
            <ac:picMk id="2" creationId="{037D3E28-0790-DD3E-BB5E-C5DB059F129D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2:20:24.997" v="140"/>
          <ac:picMkLst>
            <pc:docMk/>
            <pc:sldMk cId="3971740351" sldId="451"/>
            <ac:picMk id="14" creationId="{EDE2893F-62CE-E460-A1E5-46C6B3C656BA}"/>
          </ac:picMkLst>
        </pc:picChg>
        <pc:picChg chg="del">
          <ac:chgData name="Sebastian Montoya Villada" userId="S::sebastianmontoya@itm.edu.co::cc1249ff-5059-433a-9743-876e0c6e746b" providerId="AD" clId="Web-{D2F96931-0D7C-882D-3CFC-F30D610BE312}" dt="2025-08-20T02:20:24.168" v="139"/>
          <ac:picMkLst>
            <pc:docMk/>
            <pc:sldMk cId="3971740351" sldId="451"/>
            <ac:picMk id="16" creationId="{431998DA-B285-4F69-CB00-F797E738DDB2}"/>
          </ac:picMkLst>
        </pc:picChg>
      </pc:sldChg>
    </pc:docChg>
  </pc:docChgLst>
  <pc:docChgLst>
    <pc:chgData name="SEBASTIAN MONTOYA VILLADA" userId="S::sebastianmontoya8118@correo.itm.edu.co::dffcc6c4-4ec2-40a3-ba2d-1adaa01cc26d" providerId="AD" clId="Web-{EDB42744-D2E3-9A9C-9CFF-C6B191D8A51C}"/>
    <pc:docChg chg="addSld modSld">
      <pc:chgData name="SEBASTIAN MONTOYA VILLADA" userId="S::sebastianmontoya8118@correo.itm.edu.co::dffcc6c4-4ec2-40a3-ba2d-1adaa01cc26d" providerId="AD" clId="Web-{EDB42744-D2E3-9A9C-9CFF-C6B191D8A51C}" dt="2025-08-08T17:10:17.017" v="18" actId="1076"/>
      <pc:docMkLst>
        <pc:docMk/>
      </pc:docMkLst>
      <pc:sldChg chg="addSp delSp modSp add replId">
        <pc:chgData name="SEBASTIAN MONTOYA VILLADA" userId="S::sebastianmontoya8118@correo.itm.edu.co::dffcc6c4-4ec2-40a3-ba2d-1adaa01cc26d" providerId="AD" clId="Web-{EDB42744-D2E3-9A9C-9CFF-C6B191D8A51C}" dt="2025-08-08T17:08:24.899" v="8" actId="1076"/>
        <pc:sldMkLst>
          <pc:docMk/>
          <pc:sldMk cId="1616840623" sldId="437"/>
        </pc:sldMkLst>
        <pc:picChg chg="add mod modCrop">
          <ac:chgData name="SEBASTIAN MONTOYA VILLADA" userId="S::sebastianmontoya8118@correo.itm.edu.co::dffcc6c4-4ec2-40a3-ba2d-1adaa01cc26d" providerId="AD" clId="Web-{EDB42744-D2E3-9A9C-9CFF-C6B191D8A51C}" dt="2025-08-08T17:08:24.899" v="8" actId="1076"/>
          <ac:picMkLst>
            <pc:docMk/>
            <pc:sldMk cId="1616840623" sldId="437"/>
            <ac:picMk id="2" creationId="{D3172412-C56B-47FF-05C0-CEBF669706B2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EDB42744-D2E3-9A9C-9CFF-C6B191D8A51C}" dt="2025-08-08T17:09:07.348" v="11"/>
        <pc:sldMkLst>
          <pc:docMk/>
          <pc:sldMk cId="1421762726" sldId="438"/>
        </pc:sldMkLst>
        <pc:picChg chg="add mod">
          <ac:chgData name="SEBASTIAN MONTOYA VILLADA" userId="S::sebastianmontoya8118@correo.itm.edu.co::dffcc6c4-4ec2-40a3-ba2d-1adaa01cc26d" providerId="AD" clId="Web-{EDB42744-D2E3-9A9C-9CFF-C6B191D8A51C}" dt="2025-08-08T17:09:07.348" v="11"/>
          <ac:picMkLst>
            <pc:docMk/>
            <pc:sldMk cId="1421762726" sldId="438"/>
            <ac:picMk id="13" creationId="{ACBF111C-3A6C-B277-1E22-C5012AF0D076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EDB42744-D2E3-9A9C-9CFF-C6B191D8A51C}" dt="2025-08-08T17:10:17.017" v="18" actId="1076"/>
        <pc:sldMkLst>
          <pc:docMk/>
          <pc:sldMk cId="3076849571" sldId="439"/>
        </pc:sldMkLst>
        <pc:picChg chg="add mod">
          <ac:chgData name="SEBASTIAN MONTOYA VILLADA" userId="S::sebastianmontoya8118@correo.itm.edu.co::dffcc6c4-4ec2-40a3-ba2d-1adaa01cc26d" providerId="AD" clId="Web-{EDB42744-D2E3-9A9C-9CFF-C6B191D8A51C}" dt="2025-08-08T17:10:17.017" v="18" actId="1076"/>
          <ac:picMkLst>
            <pc:docMk/>
            <pc:sldMk cId="3076849571" sldId="439"/>
            <ac:picMk id="2" creationId="{0717A6A7-F466-0ECF-DC6C-EA274B7FBA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6.png"/><Relationship Id="rId3" Type="http://schemas.openxmlformats.org/officeDocument/2006/relationships/image" Target="../media/image5.png"/><Relationship Id="rId7" Type="http://schemas.openxmlformats.org/officeDocument/2006/relationships/image" Target="../media/image72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73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5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Lógica de Programación y Laboratorio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6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873"/>
            <a:ext cx="11049000" cy="347632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095673"/>
            <a:ext cx="536067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  <a:r>
              <a:rPr lang="en-US" sz="36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la Clase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571500" y="1781473"/>
            <a:ext cx="510540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47775" y="270349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38275" y="2705398"/>
            <a:ext cx="979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Anatomía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Algoritmo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Los 5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pilares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fundamentales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247775" y="3261598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438275" y="3263503"/>
            <a:ext cx="979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Identificadores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Reglas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obligatorias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convenciones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247775" y="381970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438275" y="3821608"/>
            <a:ext cx="979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Variables vs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Constantes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Gestión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memoria.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247775" y="4377809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4.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438275" y="4379714"/>
            <a:ext cx="979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Tipos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Datos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Primitivos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sistema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1247775" y="4935914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5.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38275" y="4937819"/>
            <a:ext cx="979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Casting (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Conversión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Transformación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57225" y="1017104"/>
            <a:ext cx="459057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Elementos Básicos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57225" y="1702904"/>
            <a:ext cx="43719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7225" y="1988654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Todo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programa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construye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mediante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interacción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estos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componentes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</p:txBody>
      </p:sp>
      <p:graphicFrame>
        <p:nvGraphicFramePr>
          <p:cNvPr id="118" name="Google Shape;118;p15"/>
          <p:cNvGraphicFramePr/>
          <p:nvPr>
            <p:extLst>
              <p:ext uri="{D42A27DB-BD31-4B8C-83A1-F6EECF244321}">
                <p14:modId xmlns:p14="http://schemas.microsoft.com/office/powerpoint/2010/main" val="125144159"/>
              </p:ext>
            </p:extLst>
          </p:nvPr>
        </p:nvGraphicFramePr>
        <p:xfrm>
          <a:off x="657225" y="2546759"/>
          <a:ext cx="11049000" cy="3695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Elemento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Función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Tipos de Datos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Definen la naturaleza (número, texto) y el espacio en memoria.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Identificadores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Nombres únicos para referenciar los datos.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Constantes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Valores fijos e inmutables (ej. PI, IVA).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Variables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Contenedores dinámicos cuyo valor cambia.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Símbolos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para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operaciones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(+, -, *, /).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9" name="Google Shape;119;p15"/>
          <p:cNvSpPr/>
          <p:nvPr/>
        </p:nvSpPr>
        <p:spPr>
          <a:xfrm>
            <a:off x="657225" y="3737384"/>
            <a:ext cx="3314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971925" y="3737384"/>
            <a:ext cx="7734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57225" y="4356509"/>
            <a:ext cx="3314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971925" y="4356509"/>
            <a:ext cx="7734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57225" y="4975634"/>
            <a:ext cx="3314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971925" y="4975634"/>
            <a:ext cx="7734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57225" y="5594759"/>
            <a:ext cx="3314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971925" y="5594759"/>
            <a:ext cx="7734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57225" y="6213884"/>
            <a:ext cx="3314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971925" y="6213884"/>
            <a:ext cx="7734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87" y="4428976"/>
            <a:ext cx="11049000" cy="8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91987" y="1280369"/>
            <a:ext cx="555069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¿Qué es un Tipo de Dato?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91987" y="1899494"/>
            <a:ext cx="52863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91987" y="2185244"/>
            <a:ext cx="11049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Cada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pertenece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categoría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específica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El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le indica a la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computadora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7737" y="2676644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72987" y="2674739"/>
            <a:ext cx="10668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Qué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clase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información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es (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letra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lógica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77737" y="316614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872987" y="3164235"/>
            <a:ext cx="10668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Cómo la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vamos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utilizar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operaciones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matemáticas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777737" y="3655636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72987" y="3653731"/>
            <a:ext cx="10668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Cuánto espacio ocupa en memoria.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6312" y="4667101"/>
            <a:ext cx="1049655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Por ejemplo: Un número como 10 es diferente a una letra como 'b'.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273" y="1921979"/>
            <a:ext cx="5334000" cy="433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1273" y="1921979"/>
            <a:ext cx="5334000" cy="38457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56273" y="1017104"/>
            <a:ext cx="482060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Clasificación General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56273" y="1636229"/>
            <a:ext cx="45910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70598" y="2160104"/>
            <a:ext cx="50206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1. Tipos Simples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70598" y="2741129"/>
            <a:ext cx="47815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Son los más básicos. Representan un solo valor a la vez.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85598" y="2160104"/>
            <a:ext cx="50206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2. Tipos Estructurados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85598" y="2741129"/>
            <a:ext cx="47815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Agrupan varios valores bajo un mismo nombre.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56348" y="3573494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351598" y="3571589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Numéricos (Enteros, Reales)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256348" y="406299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351598" y="4061085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Alfanuméricos (Texto)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256348" y="4552486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351598" y="4550581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Carácter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56348" y="5041982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351598" y="5040077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Lógicos (Boleanos)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256348" y="5531477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351598" y="5529572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Vacío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971348" y="3573494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66598" y="3571589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Arreglos (Vectores, Matrices)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971348" y="406299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066598" y="4061085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Registros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971348" y="4552486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066598" y="4550581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Archivos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971348" y="5041982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066598" y="5040077"/>
            <a:ext cx="44005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Apuntadores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761" y="3692367"/>
            <a:ext cx="533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2761" y="3692367"/>
            <a:ext cx="533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37761" y="1176130"/>
            <a:ext cx="590073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Datos Simples: Numéricos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37761" y="1795255"/>
            <a:ext cx="56197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37761" y="2081005"/>
            <a:ext cx="110490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Representan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valores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escalares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numéricos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Se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realizar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operaciones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aritméticas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comunes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637761" y="2917121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Real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637761" y="3155246"/>
            <a:ext cx="5334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parte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decimal.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6352761" y="2917121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Entero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6352761" y="3155246"/>
            <a:ext cx="5334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exactos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sin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decimales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50" grpId="0"/>
      <p:bldP spid="151" grpId="0"/>
      <p:bldP spid="152" grpId="0"/>
      <p:bldP spid="1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25" y="3678708"/>
            <a:ext cx="533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5525" y="3269133"/>
            <a:ext cx="533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390525" y="1242392"/>
            <a:ext cx="633079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Alfanuméricos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Caracteres</a:t>
            </a:r>
            <a:endParaRPr dirty="0"/>
          </a:p>
        </p:txBody>
      </p:sp>
      <p:sp>
        <p:nvSpPr>
          <p:cNvPr id="162" name="Google Shape;162;p17"/>
          <p:cNvSpPr/>
          <p:nvPr/>
        </p:nvSpPr>
        <p:spPr>
          <a:xfrm>
            <a:off x="390525" y="1861517"/>
            <a:ext cx="60293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90525" y="2147267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  <a:r>
              <a:rPr lang="en-US" sz="1404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404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Alfanumérico</a:t>
            </a:r>
            <a:r>
              <a:rPr lang="en-US" sz="1404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390525" y="2385392"/>
            <a:ext cx="53340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Combinación de letras y números. Se usan </a:t>
            </a:r>
            <a:r>
              <a:rPr lang="en-US" sz="19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comillas dobles</a:t>
            </a: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90525" y="3221508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No sirven para cálculos matemáticos.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105525" y="2147267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Carácter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105525" y="2385392"/>
            <a:ext cx="53340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Representa un </a:t>
            </a:r>
            <a:r>
              <a:rPr lang="en-US" sz="19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solo símbolo</a:t>
            </a: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Se usan </a:t>
            </a:r>
            <a:r>
              <a:rPr lang="en-US" sz="19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comillas simples</a:t>
            </a: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3259608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  <p:bldP spid="166" grpId="0"/>
      <p:bldP spid="167" grpId="0"/>
      <p:bldP spid="1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8" y="2002335"/>
            <a:ext cx="11049000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298" y="4713090"/>
            <a:ext cx="11049000" cy="169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9623" y="3236715"/>
            <a:ext cx="104965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475298" y="1097460"/>
            <a:ext cx="371046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Lógicos y Vacíos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75298" y="1716585"/>
            <a:ext cx="35337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89623" y="224046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Dato Lógico (Boleano)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89623" y="2821485"/>
            <a:ext cx="104965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Solo pueden tomar uno de dos valores. Son el resultado de comparaciones.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89623" y="4951215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Dato Vacío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89623" y="5532240"/>
            <a:ext cx="104965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Indica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ausencia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valor. Se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métodos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subprogramas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señalar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devuelven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ningún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225" y="3427065"/>
            <a:ext cx="5334000" cy="16972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57225" y="1400324"/>
            <a:ext cx="654081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Tipos de Datos Estructurados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657225" y="2019449"/>
            <a:ext cx="62293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57225" y="2305199"/>
            <a:ext cx="110490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Permiten agrupar varios valores bajo un único nombre. Esto facilita trabajar con grandes volúmenes de información.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71550" y="3665190"/>
            <a:ext cx="50206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El Arreglo (Array)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71550" y="4246215"/>
            <a:ext cx="47815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 como un contenedor con divisiones para guardar muchos datos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del mismo tipo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57975" y="3428970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753225" y="3427065"/>
            <a:ext cx="4953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Vectores:</a:t>
            </a: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Una sola fila.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57975" y="3918466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753225" y="3916561"/>
            <a:ext cx="4953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Matrices:</a:t>
            </a: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Filas y columnas.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57975" y="4407961"/>
            <a:ext cx="95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753225" y="4406056"/>
            <a:ext cx="4953000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Otros</a:t>
            </a:r>
            <a:r>
              <a:rPr lang="en-US" sz="195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Pilas, Colas,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Listas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Árboles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(se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ven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estructura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192" grpId="0" animBg="1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7330"/>
            <a:ext cx="5286375" cy="207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2196"/>
            <a:ext cx="5286375" cy="239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487810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566492" y="404812"/>
            <a:ext cx="822102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Constantes y el modificador final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566492" y="1090612"/>
            <a:ext cx="78295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1304925"/>
            <a:ext cx="110490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Hay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nacen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mueren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mismo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valor (PI, IVA,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Gravedad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).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protegerlos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usamos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final.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334125" y="1977330"/>
            <a:ext cx="5286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Ejemplo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334125" y="5745360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*El compilador te protege de modificar datos críticos por error.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219200" y="2215455"/>
            <a:ext cx="46205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Definición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85825" y="2710755"/>
            <a:ext cx="47339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Una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constante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es un espacio en memoria cuyo valor es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inmutable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Una vez asignado, es imposible cambiarlo.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47775" y="4480321"/>
            <a:ext cx="459057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Reglas de Oro</a:t>
            </a:r>
            <a:endParaRPr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" y="228213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5825" y="454699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90600" y="4973716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76325" y="4975621"/>
            <a:ext cx="4543425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Deben declararse con la palabra final.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90600" y="545562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76325" y="5457527"/>
            <a:ext cx="45434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Deben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inicializarse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en la misma línea.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990600" y="5918477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076325" y="5920382"/>
            <a:ext cx="4543425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Por convención: MAYUSCULAS_SNAKE.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2" grpId="0"/>
      <p:bldP spid="93" grpId="0"/>
      <p:bldP spid="94" grpId="0"/>
      <p:bldP spid="95" grpId="0"/>
      <p:bldP spid="98" grpId="0"/>
      <p:bldP spid="99" grpId="0"/>
      <p:bldP spid="100" grpId="0"/>
      <p:bldP spid="101" grpId="0"/>
      <p:bldP spid="102" grpId="0"/>
      <p:bldP spid="1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6987" y="2743057"/>
            <a:ext cx="53340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91987" y="1308652"/>
            <a:ext cx="254031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La Variable</a:t>
            </a:r>
            <a:endParaRPr dirty="0"/>
          </a:p>
        </p:txBody>
      </p:sp>
      <p:sp>
        <p:nvSpPr>
          <p:cNvPr id="239" name="Google Shape;239;p21"/>
          <p:cNvSpPr/>
          <p:nvPr/>
        </p:nvSpPr>
        <p:spPr>
          <a:xfrm>
            <a:off x="491987" y="1927777"/>
            <a:ext cx="24193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91987" y="216590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Espacio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memoria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almacenar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cambiante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787262" y="2598277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72987" y="260018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Volátil: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Se borra al cerrar.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787262" y="3032557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72987" y="3034462"/>
            <a:ext cx="49530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Tipada: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Si nace entero, muere entero.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87262" y="3485888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72987" y="3487793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Destructiva: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Asignar borra lo anterior.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/>
      <p:bldP spid="239" grpId="0" animBg="1"/>
      <p:bldP spid="241" grpId="0"/>
      <p:bldP spid="242" grpId="0"/>
      <p:bldP spid="243" grpId="0"/>
      <p:bldP spid="244" grpId="0"/>
      <p:bldP spid="245" grpId="0"/>
      <p:bldP spid="246" grpId="0"/>
      <p:bldP spid="2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32708"/>
            <a:ext cx="11049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1382167"/>
            <a:ext cx="567070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Declaración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Variables</a:t>
            </a:r>
            <a:endParaRPr dirty="0"/>
          </a:p>
        </p:txBody>
      </p:sp>
      <p:sp>
        <p:nvSpPr>
          <p:cNvPr id="210" name="Google Shape;210;p20"/>
          <p:cNvSpPr/>
          <p:nvPr/>
        </p:nvSpPr>
        <p:spPr>
          <a:xfrm>
            <a:off x="571500" y="2001292"/>
            <a:ext cx="54006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287042"/>
            <a:ext cx="1104900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crear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variable,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anteponemos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seguido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Podemos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inicializarla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darle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valor) con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operador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=.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  <p:bldP spid="2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5993" y="3447975"/>
            <a:ext cx="1905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1493" y="3447975"/>
            <a:ext cx="1905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31743" y="1259309"/>
            <a:ext cx="675084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¿Cómo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funciona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Memoria?</a:t>
            </a:r>
            <a:endParaRPr dirty="0"/>
          </a:p>
        </p:txBody>
      </p:sp>
      <p:sp>
        <p:nvSpPr>
          <p:cNvPr id="221" name="Google Shape;221;p21"/>
          <p:cNvSpPr/>
          <p:nvPr/>
        </p:nvSpPr>
        <p:spPr>
          <a:xfrm>
            <a:off x="531743" y="1878434"/>
            <a:ext cx="64293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31743" y="216418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Cuando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compilador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ejecuta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real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salario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nota,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reserva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espacios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específicos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la memoria.</a:t>
            </a:r>
            <a:endParaRPr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531743" y="2672729"/>
            <a:ext cx="11049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Sabe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allí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solo se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guardarán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números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reales, no </a:t>
            </a:r>
            <a:r>
              <a:rPr lang="en-US" sz="195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  <a:r>
              <a:rPr lang="en-US" sz="195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25" name="Google Shape;225;p21"/>
          <p:cNvSpPr txBox="1"/>
          <p:nvPr/>
        </p:nvSpPr>
        <p:spPr>
          <a:xfrm>
            <a:off x="531743" y="497197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Estos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espacios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quedan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reservados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exclusivamente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5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declarado</a:t>
            </a:r>
            <a:r>
              <a:rPr lang="en-US" sz="165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4300071" y="3178141"/>
            <a:ext cx="172195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02D6B"/>
                </a:solidFill>
                <a:latin typeface="Open Sans"/>
                <a:ea typeface="Open Sans"/>
                <a:cs typeface="Open Sans"/>
                <a:sym typeface="Open Sans"/>
              </a:rPr>
              <a:t>salario</a:t>
            </a:r>
            <a:endParaRPr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6538446" y="3209186"/>
            <a:ext cx="1131093" cy="2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2D6B"/>
                </a:solidFill>
                <a:latin typeface="Open Sans"/>
                <a:ea typeface="Open Sans"/>
                <a:cs typeface="Open Sans"/>
                <a:sym typeface="Open Sans"/>
              </a:rPr>
              <a:t>nota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  <p:bldP spid="224" grpId="0"/>
      <p:bldP spid="225" grpId="0"/>
      <p:bldP spid="226" grpId="0"/>
      <p:bldP spid="2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5370"/>
            <a:ext cx="11049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3270"/>
            <a:ext cx="110490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5825" y="2642145"/>
            <a:ext cx="104965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" y="4890045"/>
            <a:ext cx="1049655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4916328" y="714375"/>
            <a:ext cx="296037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Comentarios</a:t>
            </a:r>
            <a:endParaRPr dirty="0"/>
          </a:p>
        </p:txBody>
      </p:sp>
      <p:sp>
        <p:nvSpPr>
          <p:cNvPr id="238" name="Google Shape;238;p22"/>
          <p:cNvSpPr/>
          <p:nvPr/>
        </p:nvSpPr>
        <p:spPr>
          <a:xfrm>
            <a:off x="571500" y="1000125"/>
            <a:ext cx="281940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1285875"/>
            <a:ext cx="11049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Son notas explicativas ignoradas por el compilador. Vitales para documentar el código.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85825" y="2013495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1. Una línea (//)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85825" y="4261395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2. Bloque de líneas (/* ... */)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239" y="1828800"/>
            <a:ext cx="11049000" cy="14629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05239" y="1000125"/>
            <a:ext cx="646080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Identificadores</a:t>
            </a:r>
            <a:r>
              <a:rPr lang="en-US" sz="36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6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Definición</a:t>
            </a:r>
            <a:endParaRPr dirty="0"/>
          </a:p>
        </p:txBody>
      </p:sp>
      <p:sp>
        <p:nvSpPr>
          <p:cNvPr id="137" name="Google Shape;137;p16"/>
          <p:cNvSpPr/>
          <p:nvPr/>
        </p:nvSpPr>
        <p:spPr>
          <a:xfrm>
            <a:off x="505239" y="1685925"/>
            <a:ext cx="61531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05239" y="3482280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Regla de Oro: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 identificador debe ser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descriptivo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Debe explicar por sí mismo qué información contiene.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939" y="2084933"/>
            <a:ext cx="111213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21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1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son?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771939" y="2514600"/>
            <a:ext cx="10591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Son las </a:t>
            </a:r>
            <a:r>
              <a:rPr lang="en-US" sz="16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etiquetas</a:t>
            </a: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que asignamos a los espacios de memoria. Sin ellos, tendríamos que programar usando direcciones hexadecimales.</a:t>
            </a:r>
            <a:endParaRPr/>
          </a:p>
        </p:txBody>
      </p:sp>
      <p:pic>
        <p:nvPicPr>
          <p:cNvPr id="2" name="Google Shape;135;p16" descr="image.png">
            <a:extLst>
              <a:ext uri="{FF2B5EF4-FFF2-40B4-BE49-F238E27FC236}">
                <a16:creationId xmlns:a16="http://schemas.microsoft.com/office/drawing/2014/main" id="{0E4F3AD6-CF17-C0E5-A25F-E4BA00AAD5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55616"/>
            <a:ext cx="110490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545" y="2548622"/>
            <a:ext cx="5387340" cy="271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8885" y="2548623"/>
            <a:ext cx="5334000" cy="266104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03885" y="1257093"/>
            <a:ext cx="443055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Reglas Obligatorias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603885" y="1876218"/>
            <a:ext cx="42195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03885" y="2114343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 violas estas reglas, Logicode marcará error: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70585" y="2739123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5803D"/>
                </a:solidFill>
                <a:latin typeface="Poppins"/>
                <a:ea typeface="Poppins"/>
                <a:cs typeface="Poppins"/>
                <a:sym typeface="Poppins"/>
              </a:rPr>
              <a:t>Permitido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85585" y="2739123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Prohibido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0585" y="2796273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75360" y="320394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61085" y="3205848"/>
            <a:ext cx="46863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Letras (A-Z, a-z).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75360" y="363822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61085" y="3640128"/>
            <a:ext cx="46863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(0-9) </a:t>
            </a:r>
            <a:r>
              <a:rPr lang="en-US" sz="180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-US" sz="180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pero</a:t>
            </a:r>
            <a:r>
              <a:rPr lang="en-US" sz="1800" b="0" i="1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no al </a:t>
            </a:r>
            <a:r>
              <a:rPr lang="en-US" sz="1800" b="0" i="1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inicio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975360" y="407250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61085" y="4074409"/>
            <a:ext cx="46863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Guion bajo (_).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5585" y="279627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690360" y="320394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76085" y="3205848"/>
            <a:ext cx="46863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Empezar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(1erNota).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6690360" y="365727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76085" y="3659178"/>
            <a:ext cx="46863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Usar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espacios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(mi edad).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90360" y="411060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76085" y="4112509"/>
            <a:ext cx="46863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Símbolos raros (@, #, -).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90360" y="456393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76085" y="4565839"/>
            <a:ext cx="46863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Usar palabras reservadas (entero).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  <p:bldP spid="156" grpId="0"/>
      <p:bldP spid="157" grpId="0"/>
      <p:bldP spid="158" grpId="0"/>
      <p:bldP spid="159" grpId="0"/>
      <p:bldP spid="160" grpId="0"/>
      <p:bldP spid="161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87" y="2771775"/>
            <a:ext cx="5334000" cy="234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6987" y="2771775"/>
            <a:ext cx="5334000" cy="234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687" y="4158555"/>
            <a:ext cx="48768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3687" y="4158555"/>
            <a:ext cx="48768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91987" y="1321905"/>
            <a:ext cx="563070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Buenas Prácticas (Estilo)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91987" y="1941030"/>
            <a:ext cx="53625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58687" y="2962275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camelCase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58687" y="3429000"/>
            <a:ext cx="4876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16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variables</a:t>
            </a: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Empieza minúscula, siguientes palabras en mayúscula.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473687" y="2962275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PascalCase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73687" y="3429000"/>
            <a:ext cx="4876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16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clases</a:t>
            </a: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Todas las palabras inician con mayúscula.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57225" y="1388165"/>
            <a:ext cx="48206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Válido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193" name="Google Shape;193;p19"/>
          <p:cNvSpPr/>
          <p:nvPr/>
        </p:nvSpPr>
        <p:spPr>
          <a:xfrm>
            <a:off x="657225" y="2007290"/>
            <a:ext cx="45910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/>
          </a:p>
        </p:txBody>
      </p:sp>
      <p:graphicFrame>
        <p:nvGraphicFramePr>
          <p:cNvPr id="195" name="Google Shape;195;p19"/>
          <p:cNvGraphicFramePr/>
          <p:nvPr>
            <p:extLst>
              <p:ext uri="{D42A27DB-BD31-4B8C-83A1-F6EECF244321}">
                <p14:modId xmlns:p14="http://schemas.microsoft.com/office/powerpoint/2010/main" val="1985317170"/>
              </p:ext>
            </p:extLst>
          </p:nvPr>
        </p:nvGraphicFramePr>
        <p:xfrm>
          <a:off x="657225" y="2340665"/>
          <a:ext cx="11049000" cy="3276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Identificador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Estado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Razón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valor_dolar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008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Válido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Guion bajo es permitido.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NotaFinal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A5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Válido*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Funciona, pero debería ser notaFinal (camelCase).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2nombres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Inválido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Empieza con número.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Inválido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 palabra reservada.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tu-edad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Inválido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 </a:t>
                      </a:r>
                      <a:r>
                        <a:rPr lang="en-US" sz="165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guion</a:t>
                      </a:r>
                      <a:r>
                        <a:rPr lang="en-US" sz="165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medio (-) es </a:t>
                      </a:r>
                      <a:r>
                        <a:rPr lang="en-US" sz="1650" b="0" i="0" u="none" strike="noStrike" cap="none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resta</a:t>
                      </a:r>
                      <a:r>
                        <a:rPr lang="en-US" sz="165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657225" y="3378890"/>
            <a:ext cx="221798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875210" y="3378890"/>
            <a:ext cx="149229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367510" y="3378890"/>
            <a:ext cx="733871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57225" y="3931340"/>
            <a:ext cx="221798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875210" y="3931340"/>
            <a:ext cx="149229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367510" y="3931340"/>
            <a:ext cx="733871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57225" y="4483790"/>
            <a:ext cx="221798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875210" y="4483790"/>
            <a:ext cx="149229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367510" y="4483790"/>
            <a:ext cx="733871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57225" y="5036240"/>
            <a:ext cx="221798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2875210" y="5036240"/>
            <a:ext cx="149229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367510" y="5036240"/>
            <a:ext cx="733871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57225" y="5588690"/>
            <a:ext cx="221798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875210" y="5588690"/>
            <a:ext cx="149229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367510" y="5588690"/>
            <a:ext cx="733871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123" y="2547173"/>
            <a:ext cx="5429250" cy="114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8873" y="2547173"/>
            <a:ext cx="5429250" cy="1434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9123" y="3993038"/>
            <a:ext cx="5429250" cy="1434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8873" y="4314953"/>
            <a:ext cx="5429250" cy="11410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99123" y="1255643"/>
            <a:ext cx="481060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Palabras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Reservadas</a:t>
            </a:r>
            <a:endParaRPr dirty="0"/>
          </a:p>
        </p:txBody>
      </p:sp>
      <p:sp>
        <p:nvSpPr>
          <p:cNvPr id="221" name="Google Shape;221;p20"/>
          <p:cNvSpPr/>
          <p:nvPr/>
        </p:nvSpPr>
        <p:spPr>
          <a:xfrm>
            <a:off x="599123" y="1874768"/>
            <a:ext cx="45815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99123" y="2112893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Palabras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exclusivas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Logicode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No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usarlas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variables.</a:t>
            </a:r>
            <a:endParaRPr dirty="0"/>
          </a:p>
        </p:txBody>
      </p:sp>
      <p:sp>
        <p:nvSpPr>
          <p:cNvPr id="224" name="Google Shape;224;p20"/>
          <p:cNvSpPr txBox="1"/>
          <p:nvPr/>
        </p:nvSpPr>
        <p:spPr>
          <a:xfrm>
            <a:off x="865823" y="2737673"/>
            <a:ext cx="522065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Tipos de Datos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65823" y="3204398"/>
            <a:ext cx="49720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entero</a:t>
            </a:r>
            <a:r>
              <a:rPr lang="en-US" sz="1650" b="0" i="0" u="none" strike="noStrike" cap="none" dirty="0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, real, </a:t>
            </a:r>
            <a:r>
              <a:rPr lang="en-US" sz="1650" b="0" i="0" u="none" strike="noStrike" cap="none" dirty="0" err="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boleano</a:t>
            </a:r>
            <a:r>
              <a:rPr lang="en-US" sz="1650" b="0" i="0" u="none" strike="noStrike" cap="none" dirty="0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b="0" i="0" u="none" strike="noStrike" cap="none" dirty="0" err="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caracter</a:t>
            </a:r>
            <a:r>
              <a:rPr lang="en-US" sz="1650" b="0" i="0" u="none" strike="noStrike" cap="none" dirty="0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b="0" i="0" u="none" strike="noStrike" cap="none" dirty="0" err="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en-US" sz="1650" b="0" i="0" u="none" strike="noStrike" cap="none" dirty="0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b="0" i="0" u="none" strike="noStrike" cap="none" dirty="0" err="1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vacio</a:t>
            </a:r>
            <a:endParaRPr dirty="0"/>
          </a:p>
        </p:txBody>
      </p:sp>
      <p:sp>
        <p:nvSpPr>
          <p:cNvPr id="226" name="Google Shape;226;p20"/>
          <p:cNvSpPr txBox="1"/>
          <p:nvPr/>
        </p:nvSpPr>
        <p:spPr>
          <a:xfrm>
            <a:off x="6485573" y="2737673"/>
            <a:ext cx="522065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Control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485573" y="3204398"/>
            <a:ext cx="49720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si, sino, mientras, para, segun, caso, haga, mientrasque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65823" y="4183538"/>
            <a:ext cx="522065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Estructura / POO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65823" y="4650263"/>
            <a:ext cx="49720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clase, metodo, principal, nuevo, hereda, esteobjeto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485573" y="4505453"/>
            <a:ext cx="522065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E/S y Otros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485573" y="4972178"/>
            <a:ext cx="49720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imprima, lea, retorne, publico, privado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8407"/>
            <a:ext cx="11049000" cy="114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45222"/>
            <a:ext cx="110490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571500" y="1326877"/>
            <a:ext cx="490061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Cuidado con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Entero</a:t>
            </a:r>
            <a:endParaRPr dirty="0"/>
          </a:p>
        </p:txBody>
      </p:sp>
      <p:sp>
        <p:nvSpPr>
          <p:cNvPr id="313" name="Google Shape;313;p25"/>
          <p:cNvSpPr/>
          <p:nvPr/>
        </p:nvSpPr>
        <p:spPr>
          <a:xfrm>
            <a:off x="571500" y="1946002"/>
            <a:ext cx="46672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571500" y="218412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Ideal para contadores y ciclos.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838200" y="2808907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⚠️ División de Enteros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38200" y="3275632"/>
            <a:ext cx="10591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 Logicode, dividir dos enteros da como resultado un </a:t>
            </a:r>
            <a:r>
              <a:rPr lang="en-US" sz="165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 truncado</a:t>
            </a:r>
            <a:r>
              <a:rPr lang="en-US" sz="165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(se pierden los decimales).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/>
      <p:bldP spid="3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910" y="2582317"/>
            <a:ext cx="11049000" cy="21886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2910" y="1290787"/>
            <a:ext cx="433054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Casting?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422910" y="1909912"/>
            <a:ext cx="41243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2910" y="214803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convertir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variable de un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otro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22910" y="4913858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Reto: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¿Cómo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pasamos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contenido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balde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vaso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89610" y="2772817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Analogía</a:t>
            </a:r>
            <a:r>
              <a:rPr lang="en-US" sz="195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Recipientes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89610" y="3239542"/>
            <a:ext cx="10591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Las variables son recipientes de diferentes capacidades: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3885" y="3671917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9610" y="3673822"/>
            <a:ext cx="105918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real = Balde Grande (guarda decimales).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3885" y="4125248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89610" y="4127153"/>
            <a:ext cx="105918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 = Vaso Pequeño (solo números exactos).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910" y="2600182"/>
            <a:ext cx="11049000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910" y="4167937"/>
            <a:ext cx="110490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22910" y="1308652"/>
            <a:ext cx="659082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Casting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Implícito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(Widening)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422910" y="1927777"/>
            <a:ext cx="62769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22910" y="216590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pequeño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uno 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grande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Es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automático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seguro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89610" y="2790682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Sin </a:t>
            </a: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riesgo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89610" y="3257407"/>
            <a:ext cx="10591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 número entero cabe perfectamente en una variable real.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610" y="2847832"/>
            <a:ext cx="219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7" grpId="0"/>
      <p:bldP spid="108" grpId="0"/>
      <p:bldP spid="10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752" y="2626686"/>
            <a:ext cx="11049000" cy="130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752" y="4213491"/>
            <a:ext cx="110490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84752" y="1335156"/>
            <a:ext cx="670083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Casting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Explícito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(Narrowing)</a:t>
            </a:r>
            <a:endParaRPr dirty="0"/>
          </a:p>
        </p:txBody>
      </p:sp>
      <p:sp>
        <p:nvSpPr>
          <p:cNvPr id="119" name="Google Shape;119;p15"/>
          <p:cNvSpPr/>
          <p:nvPr/>
        </p:nvSpPr>
        <p:spPr>
          <a:xfrm>
            <a:off x="584752" y="1954281"/>
            <a:ext cx="63817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4752" y="2192406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grande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uno </a:t>
            </a:r>
            <a:r>
              <a:rPr lang="en-US" sz="1800" b="1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pequeño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Requiere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orden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manual.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51452" y="2817186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Con riesgo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1452" y="3283911"/>
            <a:ext cx="105918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 decimal NO cabe en un entero. Debes usar (tipo) para forzarlo.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1452" y="2874336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" y="2566224"/>
            <a:ext cx="5334000" cy="235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7450" y="2709099"/>
            <a:ext cx="5334000" cy="221337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52450" y="1255644"/>
            <a:ext cx="563070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Peligro: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Pérdida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Datos</a:t>
            </a:r>
            <a:endParaRPr dirty="0"/>
          </a:p>
        </p:txBody>
      </p:sp>
      <p:sp>
        <p:nvSpPr>
          <p:cNvPr id="133" name="Google Shape;133;p16"/>
          <p:cNvSpPr/>
          <p:nvPr/>
        </p:nvSpPr>
        <p:spPr>
          <a:xfrm>
            <a:off x="552450" y="1874769"/>
            <a:ext cx="53625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52450" y="2112894"/>
            <a:ext cx="110490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hacer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casting de real 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Logicode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TRUNCA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corta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), no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redondea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19150" y="2756724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Ejemplo Drástico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19150" y="3223449"/>
            <a:ext cx="48768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tienes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4.8 y lo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conviertes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obtienes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4.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3977710"/>
            <a:ext cx="48768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¡El estudiante reprueba aunque esté cerca del 5!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5" grpId="0"/>
      <p:bldP spid="136" grpId="0"/>
      <p:bldP spid="137" grpId="0"/>
      <p:bldP spid="1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110" y="2815679"/>
            <a:ext cx="5334000" cy="232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4110" y="2672804"/>
            <a:ext cx="5334000" cy="2470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499110" y="1381274"/>
            <a:ext cx="531066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Caso: Caracter a </a:t>
            </a: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Entero</a:t>
            </a:r>
            <a:endParaRPr dirty="0"/>
          </a:p>
        </p:txBody>
      </p:sp>
      <p:sp>
        <p:nvSpPr>
          <p:cNvPr id="147" name="Google Shape;147;p17"/>
          <p:cNvSpPr/>
          <p:nvPr/>
        </p:nvSpPr>
        <p:spPr>
          <a:xfrm>
            <a:off x="499110" y="2000399"/>
            <a:ext cx="50577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99110" y="2238524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Las letras son números internamente (Código ASCII).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480810" y="2863304"/>
            <a:ext cx="512064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Tabla ASCII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480810" y="3330029"/>
            <a:ext cx="4876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'A' = 65, 'B' = 66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6480810" y="3764309"/>
            <a:ext cx="4876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'a' = 97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480810" y="4198590"/>
            <a:ext cx="48768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Útil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encriptación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matemáticas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letras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9" grpId="0"/>
      <p:bldP spid="150" grpId="0"/>
      <p:bldP spid="151" grpId="0"/>
      <p:bldP spid="152" grpId="0"/>
      <p:bldP spid="1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" y="2769562"/>
            <a:ext cx="1104900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52450" y="1335157"/>
            <a:ext cx="634079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  <a:r>
              <a:rPr lang="en-US" sz="330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División Entera</a:t>
            </a:r>
            <a:endParaRPr dirty="0"/>
          </a:p>
        </p:txBody>
      </p:sp>
      <p:sp>
        <p:nvSpPr>
          <p:cNvPr id="161" name="Google Shape;161;p18"/>
          <p:cNvSpPr/>
          <p:nvPr/>
        </p:nvSpPr>
        <p:spPr>
          <a:xfrm>
            <a:off x="552450" y="1954282"/>
            <a:ext cx="60388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52450" y="219240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 divides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obtienes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decimales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casting.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  <p:bldP spid="16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743" y="2073137"/>
            <a:ext cx="11049000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31743" y="1215887"/>
            <a:ext cx="255031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Ejercicio #1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31743" y="1835012"/>
            <a:ext cx="24288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31743" y="3498017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Reto: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531743" y="3932297"/>
            <a:ext cx="110490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Escribe el código usando casting para que el resultado sea 3.66.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98443" y="2263637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Calculadora</a:t>
            </a:r>
            <a:r>
              <a:rPr lang="en-US" sz="195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Promedio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98443" y="2730362"/>
            <a:ext cx="10591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Tienes 3 notas enteras: 4, 5 y 2. La suma es 11.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" y="2176255"/>
            <a:ext cx="11049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52450" y="1176130"/>
            <a:ext cx="261032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Solución #1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52450" y="1795255"/>
            <a:ext cx="24860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" y="2657475"/>
            <a:ext cx="11049000" cy="173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52450" y="1800225"/>
            <a:ext cx="263032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Ejercicio #2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52450" y="2419350"/>
            <a:ext cx="250507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52450" y="453568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Tarea: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Convierte ese precio a un entero para saber cuánto dinero entregar (sin importar los centavos).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19150" y="2714625"/>
            <a:ext cx="111213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Cajero </a:t>
            </a:r>
            <a:r>
              <a:rPr lang="en-US" sz="1950" b="1" i="0" u="none" strike="noStrike" cap="none" dirty="0" err="1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Automático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819150" y="3314700"/>
            <a:ext cx="10591800" cy="33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Precio exacto: 19.95.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19150" y="3768030"/>
            <a:ext cx="105918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 cajero solo entrega billetes enteros.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" y="2335281"/>
            <a:ext cx="1104900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52450" y="1335156"/>
            <a:ext cx="269033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Solución #2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552450" y="1954281"/>
            <a:ext cx="25622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1601450" y="641032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52450" y="4659381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Nota: Los 0.95 se pierden irremediablemente.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D3790-1525-AA15-E3BD-12646E868553}"/>
              </a:ext>
            </a:extLst>
          </p:cNvPr>
          <p:cNvSpPr txBox="1"/>
          <p:nvPr/>
        </p:nvSpPr>
        <p:spPr>
          <a:xfrm>
            <a:off x="3048000" y="33139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b="0" dirty="0">
                <a:effectLst/>
              </a:rPr>
              <a:t> </a:t>
            </a:r>
            <a:endParaRPr lang="es-419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996" y="1962150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996" y="3133725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996" y="4305300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996" y="5476875"/>
            <a:ext cx="1104900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44996" y="1057275"/>
            <a:ext cx="490061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Fundamentos y Sintaxis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44996" y="1628775"/>
            <a:ext cx="46672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7896" y="2100263"/>
            <a:ext cx="8410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r>
              <a:rPr lang="en-US" sz="1800" b="0" i="0" u="none" strike="noStrike" cap="none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La declaración es un nombre de variable válido.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0271" y="3233431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sirve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guardar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palabras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"Hola"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usando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comillas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dobles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40271" y="4457700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genera un error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porque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intentamos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guardar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40271" y="5629275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4.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identificador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   es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válido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Logicode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aunque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no use camelCase).</a:t>
            </a:r>
            <a:endParaRPr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8347" y="2439642"/>
            <a:ext cx="313238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1346" y="2247900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2846" y="2247900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08314" y="3233431"/>
            <a:ext cx="934124" cy="290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1346" y="3419475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2846" y="3419475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42400" y="4461956"/>
            <a:ext cx="180582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1346" y="4591050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2846" y="4591050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42438" y="5628136"/>
            <a:ext cx="1916006" cy="26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1346" y="5762625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2846" y="5762625"/>
            <a:ext cx="4191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996" y="2067753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996" y="3239328"/>
            <a:ext cx="11049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996" y="4144203"/>
            <a:ext cx="1104900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44996" y="1162878"/>
            <a:ext cx="464058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Operaciones y Casting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44996" y="1734378"/>
            <a:ext cx="441960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40271" y="2220153"/>
            <a:ext cx="8410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5.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operación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matemática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            entre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enteros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exacto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40271" y="3415540"/>
            <a:ext cx="8410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6.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hacer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casting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explícito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:                            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redondea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840271" y="4296603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7.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Asignar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                  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variable               es un "Casting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Implícito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" y no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requiere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extra.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34098" y="2268165"/>
            <a:ext cx="603669" cy="22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0271" y="2572578"/>
            <a:ext cx="52595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41346" y="2353503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12846" y="2353503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22657" y="3415540"/>
            <a:ext cx="1443241" cy="27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98202" y="3390339"/>
            <a:ext cx="388739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41346" y="3391728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12846" y="3391728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22029" y="4296603"/>
            <a:ext cx="884997" cy="26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64596" y="4296603"/>
            <a:ext cx="543777" cy="26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41346" y="4429953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12846" y="4429953"/>
            <a:ext cx="4191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482" y="2076450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482" y="3248025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482" y="4419600"/>
            <a:ext cx="1104900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465482" y="1171575"/>
            <a:ext cx="43805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Conceptos Generales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65482" y="1743075"/>
            <a:ext cx="4171950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60757" y="2228850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8.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Una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constante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(                 ) 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puede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cambiar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su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valor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varias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veces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mientras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programa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corre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760757" y="3400425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9.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Los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comentarios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iniciados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con              son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ignorados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compilador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sirven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explicar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código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59" name="Google Shape;159;p16"/>
          <p:cNvSpPr txBox="1"/>
          <p:nvPr/>
        </p:nvSpPr>
        <p:spPr>
          <a:xfrm>
            <a:off x="760757" y="4572000"/>
            <a:ext cx="8410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10.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puede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almacenar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las palabras "Verdadero" o "Falso"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  <a:r>
              <a:rPr lang="en-US" sz="1800" b="0" i="0" u="none" strike="noStrike" cap="none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95181" y="2214562"/>
            <a:ext cx="80024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61832" y="2362200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33332" y="2362200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03452" y="3400425"/>
            <a:ext cx="388739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61832" y="3533775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33332" y="3533775"/>
            <a:ext cx="4191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95181" y="4602178"/>
            <a:ext cx="975340" cy="24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61832" y="4705350"/>
            <a:ext cx="4286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33332" y="4705350"/>
            <a:ext cx="4191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381000"/>
            <a:ext cx="4010501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D6B"/>
                </a:solidFill>
                <a:latin typeface="Poppins"/>
                <a:ea typeface="Poppins"/>
                <a:cs typeface="Poppins"/>
                <a:sym typeface="Poppins"/>
              </a:rPr>
              <a:t>Hoja de Respuestas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952500"/>
            <a:ext cx="3819525" cy="47625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1706225" y="6410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graphicFrame>
        <p:nvGraphicFramePr>
          <p:cNvPr id="177" name="Google Shape;177;p17"/>
          <p:cNvGraphicFramePr/>
          <p:nvPr/>
        </p:nvGraphicFramePr>
        <p:xfrm>
          <a:off x="571500" y="1190625"/>
          <a:ext cx="11049025" cy="5372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0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#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Justificación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pueden empezar con números.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caracter es UN símbolo con comilla simple.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Incompatibilidad de tipos (Texto a Entero).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 guion bajo es permitido (snake_case).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División entera trunca el resultado (da 2).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Casting a entero trunca (corta), da 9.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 seguro pasar de pequeño a grande.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Las constantes son inmutables.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6A34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VERDADERO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Documentación que no afecta la ejecución.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C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FALSO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Solo almacena los valores lógicos verdadero / falso.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8" name="Google Shape;178;p17"/>
          <p:cNvSpPr/>
          <p:nvPr/>
        </p:nvSpPr>
        <p:spPr>
          <a:xfrm>
            <a:off x="571500" y="2138362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372939" y="2138362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662808" y="2138362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71500" y="2643187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372939" y="2643187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662808" y="2643187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71500" y="3128962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372939" y="3128962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662808" y="3128962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71500" y="3614737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372939" y="3614737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662808" y="3614737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571500" y="4100512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372939" y="4100512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662808" y="4100512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71500" y="4586287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372939" y="4586287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662808" y="4586287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71500" y="5072062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1372939" y="5072062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3662808" y="5072062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71500" y="5557837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1372939" y="5557837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662808" y="5557837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571500" y="6043612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1372939" y="6043612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662808" y="6043612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71500" y="6548437"/>
            <a:ext cx="80143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1372939" y="6548437"/>
            <a:ext cx="2289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3662808" y="6548437"/>
            <a:ext cx="79576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1B938BAD07E043BD32FD244EBD3ADF" ma:contentTypeVersion="11" ma:contentTypeDescription="Create a new document." ma:contentTypeScope="" ma:versionID="1e5315284bcec4a160fbffafd8ba4500">
  <xsd:schema xmlns:xsd="http://www.w3.org/2001/XMLSchema" xmlns:xs="http://www.w3.org/2001/XMLSchema" xmlns:p="http://schemas.microsoft.com/office/2006/metadata/properties" xmlns:ns2="a11aff65-7de3-4369-a430-b6527bb42858" xmlns:ns3="f092b791-bdb5-4ccf-839e-b899a327a7da" targetNamespace="http://schemas.microsoft.com/office/2006/metadata/properties" ma:root="true" ma:fieldsID="7bd18c9d7cc52a6bf05dd04c18267664" ns2:_="" ns3:_="">
    <xsd:import namespace="a11aff65-7de3-4369-a430-b6527bb42858"/>
    <xsd:import namespace="f092b791-bdb5-4ccf-839e-b899a327a7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ff65-7de3-4369-a430-b6527bb42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75ab75b-f512-4e7e-bb51-e6559a8628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92b791-bdb5-4ccf-839e-b899a327a7d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c39209-c43a-4d9b-a003-63d694175363}" ma:internalName="TaxCatchAll" ma:showField="CatchAllData" ma:web="f092b791-bdb5-4ccf-839e-b899a327a7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92b791-bdb5-4ccf-839e-b899a327a7da" xsi:nil="true"/>
    <lcf76f155ced4ddcb4097134ff3c332f xmlns="a11aff65-7de3-4369-a430-b6527bb4285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3A2CAC-9BA9-4D34-90A7-242FD143C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aff65-7de3-4369-a430-b6527bb42858"/>
    <ds:schemaRef ds:uri="f092b791-bdb5-4ccf-839e-b899a327a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88521E-61ED-4F45-B1B4-1DD77D94DB22}">
  <ds:schemaRefs>
    <ds:schemaRef ds:uri="http://schemas.microsoft.com/office/2006/metadata/properties"/>
    <ds:schemaRef ds:uri="http://schemas.microsoft.com/office/infopath/2007/PartnerControls"/>
    <ds:schemaRef ds:uri="539bfd63-48c4-4ceb-ad51-e3b6b1d74c20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f092b791-bdb5-4ccf-839e-b899a327a7da"/>
    <ds:schemaRef ds:uri="a11aff65-7de3-4369-a430-b6527bb428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7429</TotalTime>
  <Words>1583</Words>
  <Application>Microsoft Office PowerPoint</Application>
  <PresentationFormat>Widescreen</PresentationFormat>
  <Paragraphs>305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Open Sans</vt:lpstr>
      <vt:lpstr>Poppins</vt:lpstr>
      <vt:lpstr>3_Tema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214</cp:revision>
  <dcterms:created xsi:type="dcterms:W3CDTF">2022-07-12T20:27:57Z</dcterms:created>
  <dcterms:modified xsi:type="dcterms:W3CDTF">2026-02-16T02:27:11Z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0x0101004D1B938BAD07E043BD32FD244EBD3ADF</vt:lpwstr>
  </property>
</Properties>
</file>